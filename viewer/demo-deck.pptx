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Streets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Bornstedter Feld</c:v>
                </c:pt>
                <c:pt idx="1">
                  <c:v>Groß Glienicke</c:v>
                </c:pt>
                <c:pt idx="2">
                  <c:v>Drewitz</c:v>
                </c:pt>
                <c:pt idx="3">
                  <c:v>Eiche</c:v>
                </c:pt>
                <c:pt idx="4">
                  <c:v>Am Stern</c:v>
                </c:pt>
                <c:pt idx="5">
                  <c:v>Grube</c:v>
                </c:pt>
                <c:pt idx="6">
                  <c:v>Babelsberg</c:v>
                </c:pt>
                <c:pt idx="7">
                  <c:v>Kirchsteigfeld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</c:v>
                </c:pt>
                <c:pt idx="1">
                  <c:v>71</c:v>
                </c:pt>
                <c:pt idx="2">
                  <c:v>44</c:v>
                </c:pt>
                <c:pt idx="3">
                  <c:v>42</c:v>
                </c:pt>
                <c:pt idx="4">
                  <c:v>36</c:v>
                </c:pt>
                <c:pt idx="5">
                  <c:v>36</c:v>
                </c:pt>
                <c:pt idx="6">
                  <c:v>31</c:v>
                </c:pt>
                <c:pt idx="7">
                  <c:v>29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picture and number in this deck comes from the other samples of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Statens Museum for Kunst, Copenhagen, marks this painting as in the public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Statens Museum for Kunst, Copenhagen, marks this painting as in the public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Potsdam's street register, the eight districts with the most streets.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register's classification of each street (Einstufung).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is dedicated to the public domain under CC0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Paintings and streets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deck made from public-domain samples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Christen Købke, 1836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656" y="1463040"/>
            <a:ext cx="6508688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View of a Street in Østerbro outside Copenhagen. Morning 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Vilhelm Hammershøi, 1901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988" y="1463040"/>
            <a:ext cx="4790024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Interior in Strandgade, Sunlight on the Floor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Streets of Potsdam by district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streets are classified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64592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Streets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Ortsstraße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899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Privatstraße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Sonstige Öfftl. Straße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Bundesstraße + Ortsstraße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Bundesstraße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Statens Museum for Kunst, Copenhagen</a:t>
            </a:r>
          </a:p>
          <a:p>
            <a:pPr lvl="1"/>
            <a:r>
              <a:t>Paintings marked Public Domain</a:t>
            </a:r>
          </a:p>
          <a:p>
            <a:r>
              <a:t>Landeshauptstadt Potsdam</a:t>
            </a:r>
          </a:p>
          <a:p>
            <a:pPr lvl="1"/>
            <a:r>
              <a:t>Street register, Datenlizenz Deutschland Zero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2026-10-07T00:00:00Z</dcterms:created>
  <dcterms:modified xsi:type="dcterms:W3CDTF">2026-10-07T00:00:00Z</dcterms:modified>
  <cp:category/>
</cp:coreProperties>
</file>